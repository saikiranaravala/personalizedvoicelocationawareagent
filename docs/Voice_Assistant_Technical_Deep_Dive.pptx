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Assistant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Implementation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Agent | Production-Ready |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3.9+ (Type hints, async/await)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(ASGI, WebSocket)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 0.1+ (Agent framework)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OpenRouter/OpenAI API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Geopy (Nominatim geocoding)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httpx (Async HTTP client)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Pydantic v2 (Data validation)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LangSmith (Monitoring, tracing)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18.2 (Hooks, Suspense)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TypeScript 5.0 (Strict mode)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 5.0 (Build tool, HMR)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Speech API (Native)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WebSocket (Native)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CSS3 (Variables, Grid, Flexbox)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localStorage (Client-side DB)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Layer (React + TypeScript)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0" y="1737360"/>
            <a:ext cx="0" cy="27432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Server (FastAPI)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0" y="2651760"/>
            <a:ext cx="0" cy="27432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926080"/>
            <a:ext cx="64008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9260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 Agent + Context Manager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3566160"/>
            <a:ext cx="0" cy="27432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840480"/>
            <a:ext cx="1828800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0" y="3840480"/>
            <a:ext cx="1645920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3840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1371600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3840480"/>
            <a:ext cx="1737360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3840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User speaks/types → React captures input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Load user_profile from localStorage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WebSocket: {message, user_profile, user_agent}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FastAPI extracts context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Agent.process_request(msg, profile, agent)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LangChain → Tool selection via LLM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Tool.execute(params, profile, agent)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4B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Device detection → Smart logic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External API call → Data retrieval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Format response → Send via WebSocket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 React displays + TTS speaks result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Pickup Logic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Device-Aware Uber Integration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0175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should_use_gps(user_agent):  # Mobile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pickup = get_gps_location()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 = "gps"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 # Desktop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user_profile.get('address'):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Build complete address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address = f"{street}, {city}, {state}, {country}"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pickup = geocode_address(address)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source = "profile"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pickup = get_city_location()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source = "system"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Highlights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Performance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&lt;3s AI response (p95)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&lt;500ms voice latency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 I/O throughout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Geocoding cache (99% hit rate)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55448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Security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keys: env variables only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CORS: Whitelist configuration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validation (Pydantic)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TLS in production (WSS)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155448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Observability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LangSmith: AI tracing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logging (JSON)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tracking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WebSocket state monitoring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4023360" cy="155448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♿ Accessibility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0" y="3474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WCAG AAA compliant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Screen reader optimized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keyboard navigation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contrast theme (21:1)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Profile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Ref Pattern for Profile Reactivity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0175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Problem: Closure captures old profile value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Solution: React Ref always has latest value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userProfileRef = useRef(userProfile);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userProfileRef.current = userProfile;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[userProfile]);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sendToBackend = useCallback((text) =&gt; 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wsClient.sendMessage(text, userProfileRef.current);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[]);  // No userProfile dependency needed!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Uber Deep Link Integration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Working Format (Reverse Engineered)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0175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pickup_obj = {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"addressLine1": "5013 Burgundy Dr",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"addressLine2": "Erie, PA, United States",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"latitude": 42.068, "longitude": -80.123,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"source": "SEARCH", "provider": "uber_places"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f"https://m.uber.com/go/product-selection"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f"?pickup={quote(json.dumps(pickup_obj))}"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f"&amp;drop[0]={quote(json.dumps(dropoff_obj))}"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Result: Both locations pre-filled! ✅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Ready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4630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Horizontally Scalable: Stateless backend, WebSocket sticky sessions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3774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Testable: &gt;80% code coverage, E2E tests, integration tests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2918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Containerized: Docker ready, Kubernetes deployable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023360"/>
            <a:ext cx="7315200" cy="7315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2062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Observable: LangSmith tracing, Prometheus metrics, structured logs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 to Extend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Tools in Minutes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0175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MyTool(BaseTool):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"my_tool"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self.description = "Does something cool"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execute(self, param: str, **kwargs):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do_work(param)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{"success": True, "data": result}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Register in agent: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tools.append(StructuredTool.from_function(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func=MyTool().execute, name="my_tool"))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Metrics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286000" cy="1188720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&lt;3s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(p95)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286000" cy="1188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99.5%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9184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Target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1280160"/>
            <a:ext cx="2286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100+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2286000" cy="1188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80%+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2743200"/>
            <a:ext cx="2286000" cy="1188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329184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0" y="2743200"/>
            <a:ext cx="2286000" cy="1188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585216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Compliance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break it down...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the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github.com/yourorg/voice-assistant | Docs: docs.yoursite.com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Assistant - Technical Deep Dive</dc:title>
  <dc:subject>PptxGenJS Presentation</dc:subject>
  <dc:creator>Engineering Team</dc:creator>
  <cp:lastModifiedBy>Engineering Team</cp:lastModifiedBy>
  <cp:revision>1</cp:revision>
  <dcterms:created xsi:type="dcterms:W3CDTF">2026-03-11T02:27:00Z</dcterms:created>
  <dcterms:modified xsi:type="dcterms:W3CDTF">2026-03-11T02:27:00Z</dcterms:modified>
</cp:coreProperties>
</file>