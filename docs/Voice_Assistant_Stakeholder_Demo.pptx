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Assistant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Personal AI Assistant for Everyday Tasks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 |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645920"/>
          </a:xfrm>
          <a:prstGeom prst="rect">
            <a:avLst/>
          </a:prstGeom>
          <a:solidFill>
            <a:srgbClr val="FFF4E1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</a:t>
            </a:r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Apps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between 5+ apps for simple tasks wastes valuable time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846320" y="1097280"/>
            <a:ext cx="3840480" cy="1645920"/>
          </a:xfrm>
          <a:prstGeom prst="rect">
            <a:avLst/>
          </a:prstGeom>
          <a:solidFill>
            <a:srgbClr val="FFF4E1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2801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</a:t>
            </a:r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assistants store all your data in the cloud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3840480" cy="1645920"/>
          </a:xfrm>
          <a:prstGeom prst="rect">
            <a:avLst/>
          </a:prstGeom>
          <a:solidFill>
            <a:srgbClr val="FFF4E1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😕 </a:t>
            </a:r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Personalized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responses that don't learn your preferences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846320" y="3017520"/>
            <a:ext cx="3840480" cy="1645920"/>
          </a:xfrm>
          <a:prstGeom prst="rect">
            <a:avLst/>
          </a:prstGeom>
          <a:solidFill>
            <a:srgbClr val="FFF4E1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2004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</a:t>
            </a:r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Accessibility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assistants ignore users with disabilities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Voice Assistant That Actually Works For You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Naturally - Just speak or type what you need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6517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First - Your data stays on YOUR device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2918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Personal - Learns your preferences over time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319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3886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- WCAG AAA compliant, works for everyone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Simple Steps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377440" y="17373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or Type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space bar and talk, or just type your question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71600" y="265176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377440" y="27432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advanced AI that knows what you mean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371600" y="36576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377440" y="37490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Results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restaurants, Uber rides - all in seconds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Can Do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E8F5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🌤️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Weather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 weather updates and forecasts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weather?"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E8F5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🍕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Restaurants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nearby dining with ratings and reviews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Italian nearby"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E8F5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🚗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Uber Rides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rides with smart pickup locations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 ride to mall"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Features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Adapts to You and Your Device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02336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💻 On Your Computer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Uses your home address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Perfect for planning ahead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Desktop-optimized interface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4023360" cy="2743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On Your Phone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0" y="25603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Uses current GPS location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Great for on-the-go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Mobile-friendly touch interface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Choose Us?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5087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Time: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 for all your needs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7315200" cy="8229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5146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Private: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never leaves your device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3383280"/>
            <a:ext cx="7315200" cy="8229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5204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Personal: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preferences over time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it in action!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team@voiceassistant.com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Assistant Demo - Stakeholder Presentation</dc:title>
  <dc:subject>PptxGenJS Presentation</dc:subject>
  <dc:creator>Product Team</dc:creator>
  <cp:lastModifiedBy>Product Team</cp:lastModifiedBy>
  <cp:revision>1</cp:revision>
  <dcterms:created xsi:type="dcterms:W3CDTF">2026-03-11T02:25:00Z</dcterms:created>
  <dcterms:modified xsi:type="dcterms:W3CDTF">2026-03-11T02:25:00Z</dcterms:modified>
</cp:coreProperties>
</file>